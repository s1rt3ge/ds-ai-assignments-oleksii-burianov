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adley" charset="1" panose="00000500000000000000"/>
      <p:regular r:id="rId10"/>
    </p:embeddedFont>
    <p:embeddedFont>
      <p:font typeface="Carlito" charset="1" panose="020F050202020403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1575" y="3352800"/>
            <a:ext cx="8324850" cy="6934200"/>
            <a:chOff x="0" y="0"/>
            <a:chExt cx="1289737" cy="1074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074289"/>
            </a:xfrm>
            <a:custGeom>
              <a:avLst/>
              <a:gdLst/>
              <a:ahLst/>
              <a:cxnLst/>
              <a:rect r="r" b="b" t="t" l="l"/>
              <a:pathLst>
                <a:path h="1074289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074289"/>
                  </a:lnTo>
                  <a:lnTo>
                    <a:pt x="0" y="1074289"/>
                  </a:lnTo>
                  <a:close/>
                </a:path>
              </a:pathLst>
            </a:custGeom>
            <a:blipFill>
              <a:blip r:embed="rId2"/>
              <a:stretch>
                <a:fillRect l="-329" t="0" r="-3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6954500" cy="2172955"/>
            <a:chOff x="0" y="0"/>
            <a:chExt cx="22606000" cy="2897274"/>
          </a:xfrm>
        </p:grpSpPr>
        <p:sp>
          <p:nvSpPr>
            <p:cNvPr name="AutoShape 5" id="5"/>
            <p:cNvSpPr/>
            <p:nvPr/>
          </p:nvSpPr>
          <p:spPr>
            <a:xfrm>
              <a:off x="0" y="2884574"/>
              <a:ext cx="2260600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38125"/>
              <a:ext cx="22606000" cy="2247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272"/>
                </a:lnSpc>
              </a:pPr>
              <a:r>
                <a:rPr lang="en-US" sz="12272" spc="-245" u="none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Customer Churn Analysis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611225" y="9275446"/>
            <a:ext cx="4010025" cy="34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239">
                <a:solidFill>
                  <a:srgbClr val="E0E7FF"/>
                </a:solidFill>
                <a:latin typeface="Carlito"/>
                <a:ea typeface="Carlito"/>
                <a:cs typeface="Carlito"/>
                <a:sym typeface="Carlito"/>
              </a:rPr>
              <a:t>MACHINE LEARNING ANALYST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677931" cy="35056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77931" cy="3505655"/>
            </a:xfrm>
            <a:custGeom>
              <a:avLst/>
              <a:gdLst/>
              <a:ahLst/>
              <a:cxnLst/>
              <a:rect r="r" b="b" t="t" l="l"/>
              <a:pathLst>
                <a:path h="3505655" w="2677931">
                  <a:moveTo>
                    <a:pt x="0" y="0"/>
                  </a:moveTo>
                  <a:lnTo>
                    <a:pt x="2677931" y="0"/>
                  </a:lnTo>
                  <a:lnTo>
                    <a:pt x="2677931" y="3505655"/>
                  </a:lnTo>
                  <a:lnTo>
                    <a:pt x="0" y="3505655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6038797"/>
            <a:ext cx="4010025" cy="3280322"/>
            <a:chOff x="0" y="0"/>
            <a:chExt cx="5346700" cy="43737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5346700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3499">
                  <a:solidFill>
                    <a:srgbClr val="3B82F6"/>
                  </a:solidFill>
                  <a:latin typeface="Radley"/>
                  <a:ea typeface="Radley"/>
                  <a:cs typeface="Radley"/>
                  <a:sym typeface="Radley"/>
                </a:rPr>
                <a:t>Main Activities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14096"/>
              <a:ext cx="5346700" cy="3259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Explored variable correlations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Selected 3 ML algorithms(Logistic Regression, Random Forest, Gradient Boosting)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Trained models effectively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Evaluated performance metrics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11225" y="6038850"/>
            <a:ext cx="4010025" cy="3099347"/>
            <a:chOff x="0" y="0"/>
            <a:chExt cx="5346700" cy="413246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5346700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strike="noStrike" u="none">
                  <a:solidFill>
                    <a:srgbClr val="3B82F6"/>
                  </a:solidFill>
                  <a:latin typeface="Radley"/>
                  <a:ea typeface="Radley"/>
                  <a:cs typeface="Radley"/>
                  <a:sym typeface="Radley"/>
                </a:rPr>
                <a:t>Methodology Highlights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812596"/>
              <a:ext cx="5346700" cy="2319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Implemented cross-validation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Analyzed algorithm performance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Optimized model parameters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Visualized data insights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666750"/>
            <a:ext cx="7191375" cy="3019425"/>
            <a:chOff x="0" y="0"/>
            <a:chExt cx="9588500" cy="4025900"/>
          </a:xfrm>
        </p:grpSpPr>
        <p:sp>
          <p:nvSpPr>
            <p:cNvPr name="AutoShape 11" id="11"/>
            <p:cNvSpPr/>
            <p:nvPr/>
          </p:nvSpPr>
          <p:spPr>
            <a:xfrm>
              <a:off x="0" y="4013200"/>
              <a:ext cx="958850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42875"/>
              <a:ext cx="9588500" cy="2456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sz="6999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Project Work Overview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990638"/>
              <a:ext cx="9588500" cy="590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799">
                  <a:solidFill>
                    <a:srgbClr val="3B82F6"/>
                  </a:solidFill>
                  <a:latin typeface="Radley"/>
                  <a:ea typeface="Radley"/>
                  <a:cs typeface="Radley"/>
                  <a:sym typeface="Radley"/>
                </a:rPr>
                <a:t>Key Activities and Achievements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52258" y="4463609"/>
            <a:ext cx="5773792" cy="5156641"/>
            <a:chOff x="0" y="0"/>
            <a:chExt cx="1391532" cy="1242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104" t="0" r="-10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81575" y="4463609"/>
            <a:ext cx="5773792" cy="5156641"/>
            <a:chOff x="0" y="0"/>
            <a:chExt cx="1391532" cy="1242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3"/>
              <a:stretch>
                <a:fillRect l="-104" t="0" r="-10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723900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E0E7FF"/>
                </a:solidFill>
                <a:latin typeface="Radley"/>
                <a:ea typeface="Radley"/>
                <a:cs typeface="Radley"/>
                <a:sym typeface="Radley"/>
              </a:rPr>
              <a:t>Learning Outcomes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81575" y="2425446"/>
            <a:ext cx="4629713" cy="1822704"/>
            <a:chOff x="0" y="0"/>
            <a:chExt cx="6172950" cy="243027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6172950" cy="713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37"/>
                </a:lnSpc>
                <a:spcBef>
                  <a:spcPct val="0"/>
                </a:spcBef>
              </a:pPr>
              <a:r>
                <a:rPr lang="en-US" sz="3241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Course Completion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065030"/>
              <a:ext cx="6172950" cy="1365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5"/>
                </a:lnSpc>
              </a:pPr>
              <a:r>
                <a:rPr lang="en-US" sz="2897">
                  <a:solidFill>
                    <a:srgbClr val="E0E7FF"/>
                  </a:solidFill>
                  <a:latin typeface="Carlito"/>
                  <a:ea typeface="Carlito"/>
                  <a:cs typeface="Carlito"/>
                  <a:sym typeface="Carlito"/>
                </a:rPr>
                <a:t>Completed all 10 topics in MLCourse.ai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52258" y="2526916"/>
            <a:ext cx="4371975" cy="1721234"/>
            <a:chOff x="0" y="0"/>
            <a:chExt cx="5829300" cy="229497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999376"/>
              <a:ext cx="5829300" cy="1295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0"/>
                </a:lnSpc>
              </a:pPr>
              <a:r>
                <a:rPr lang="en-US" sz="2735">
                  <a:solidFill>
                    <a:srgbClr val="E0E7FF"/>
                  </a:solidFill>
                  <a:latin typeface="Carlito"/>
                  <a:ea typeface="Carlito"/>
                  <a:cs typeface="Carlito"/>
                  <a:sym typeface="Carlito"/>
                </a:rPr>
                <a:t>Mastered techniques for combining models effectively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5829300" cy="658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84"/>
                </a:lnSpc>
                <a:spcBef>
                  <a:spcPct val="0"/>
                </a:spcBef>
              </a:pPr>
              <a:r>
                <a:rPr lang="en-US" sz="306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Ensemble Methods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43300" y="723927"/>
            <a:ext cx="11201400" cy="2905138"/>
            <a:chOff x="0" y="0"/>
            <a:chExt cx="14935200" cy="3873517"/>
          </a:xfrm>
        </p:grpSpPr>
        <p:sp>
          <p:nvSpPr>
            <p:cNvPr name="AutoShape 3" id="3"/>
            <p:cNvSpPr/>
            <p:nvPr/>
          </p:nvSpPr>
          <p:spPr>
            <a:xfrm flipH="true">
              <a:off x="4892198" y="2768634"/>
              <a:ext cx="5150805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57150"/>
              <a:ext cx="14935200" cy="227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600"/>
                </a:lnSpc>
              </a:pPr>
              <a:r>
                <a:rPr lang="en-US" sz="6000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Best Models: Random Forest and XGBOOST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152792"/>
              <a:ext cx="14935200" cy="72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500" strike="noStrike" u="none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Most accurate model used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43300" y="4248238"/>
            <a:ext cx="11201400" cy="2066938"/>
            <a:chOff x="0" y="0"/>
            <a:chExt cx="14935200" cy="2755917"/>
          </a:xfrm>
        </p:grpSpPr>
        <p:sp>
          <p:nvSpPr>
            <p:cNvPr name="AutoShape 7" id="7"/>
            <p:cNvSpPr/>
            <p:nvPr/>
          </p:nvSpPr>
          <p:spPr>
            <a:xfrm flipH="true">
              <a:off x="4892198" y="1651034"/>
              <a:ext cx="5150805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57150"/>
              <a:ext cx="14935200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600"/>
                </a:lnSpc>
                <a:spcBef>
                  <a:spcPct val="0"/>
                </a:spcBef>
              </a:pPr>
              <a:r>
                <a:rPr lang="en-US" sz="6000" strike="noStrike" u="none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Accuracy: 98% and 98%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035192"/>
              <a:ext cx="14935200" cy="72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500" strike="noStrike" u="none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Percentage of correct predictions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43300" y="6934288"/>
            <a:ext cx="11201400" cy="2066938"/>
            <a:chOff x="0" y="0"/>
            <a:chExt cx="14935200" cy="2755917"/>
          </a:xfrm>
        </p:grpSpPr>
        <p:sp>
          <p:nvSpPr>
            <p:cNvPr name="AutoShape 11" id="11"/>
            <p:cNvSpPr/>
            <p:nvPr/>
          </p:nvSpPr>
          <p:spPr>
            <a:xfrm flipH="true">
              <a:off x="4892198" y="1651034"/>
              <a:ext cx="5150805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57150"/>
              <a:ext cx="14935200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600"/>
                </a:lnSpc>
                <a:spcBef>
                  <a:spcPct val="0"/>
                </a:spcBef>
              </a:pPr>
              <a:r>
                <a:rPr lang="en-US" sz="6000" strike="noStrike" u="none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ROC-AUC: 0.9841 and 0.9868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035192"/>
              <a:ext cx="14935200" cy="72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500" strike="noStrike" u="none">
                  <a:solidFill>
                    <a:srgbClr val="E0E7FF"/>
                  </a:solidFill>
                  <a:latin typeface="Radley"/>
                  <a:ea typeface="Radley"/>
                  <a:cs typeface="Radley"/>
                  <a:sym typeface="Radley"/>
                </a:rPr>
                <a:t>Measure of model performance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DAG5-4QjMrI</dc:identifier>
  <dcterms:modified xsi:type="dcterms:W3CDTF">2011-08-01T06:04:30Z</dcterms:modified>
  <cp:revision>1</cp:revision>
  <dc:title>Explored variable correlations Selected 3 ML algorithms( Trained models effectively Evaluated performance metrics</dc:title>
</cp:coreProperties>
</file>